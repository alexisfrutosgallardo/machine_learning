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62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2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4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2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337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5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7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3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11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22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6750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9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0664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70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59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88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y Predicción de Ventas en Retail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Resumen</a:t>
            </a:r>
            <a:r>
              <a:rPr dirty="0"/>
              <a:t> del </a:t>
            </a:r>
            <a:r>
              <a:rPr dirty="0" err="1" smtClean="0"/>
              <a:t>Proyecto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y 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Objetivo</a:t>
            </a:r>
            <a:r>
              <a:rPr dirty="0"/>
              <a:t>: </a:t>
            </a:r>
            <a:r>
              <a:rPr dirty="0" err="1"/>
              <a:t>Predecir</a:t>
            </a:r>
            <a:r>
              <a:rPr dirty="0"/>
              <a:t> </a:t>
            </a:r>
            <a:r>
              <a:rPr dirty="0" err="1"/>
              <a:t>categorías</a:t>
            </a:r>
            <a:r>
              <a:rPr dirty="0"/>
              <a:t> de </a:t>
            </a:r>
            <a:r>
              <a:rPr dirty="0" err="1"/>
              <a:t>ventas</a:t>
            </a:r>
            <a:r>
              <a:rPr dirty="0"/>
              <a:t> ('</a:t>
            </a:r>
            <a:r>
              <a:rPr dirty="0" err="1"/>
              <a:t>Bajo</a:t>
            </a:r>
            <a:r>
              <a:rPr dirty="0"/>
              <a:t>', 'Medio', 'Alto').</a:t>
            </a:r>
          </a:p>
          <a:p>
            <a:r>
              <a:rPr dirty="0" err="1" smtClean="0"/>
              <a:t>Analizar</a:t>
            </a:r>
            <a:r>
              <a:rPr dirty="0" smtClean="0"/>
              <a:t> </a:t>
            </a:r>
            <a:r>
              <a:rPr dirty="0" err="1"/>
              <a:t>patrones</a:t>
            </a:r>
            <a:r>
              <a:rPr dirty="0"/>
              <a:t> de </a:t>
            </a:r>
            <a:r>
              <a:rPr dirty="0" err="1"/>
              <a:t>ventas</a:t>
            </a:r>
            <a:r>
              <a:rPr dirty="0"/>
              <a:t> y </a:t>
            </a:r>
            <a:r>
              <a:rPr dirty="0" err="1"/>
              <a:t>productos</a:t>
            </a:r>
            <a:r>
              <a:rPr dirty="0"/>
              <a:t> en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tienda</a:t>
            </a:r>
            <a:r>
              <a:rPr dirty="0"/>
              <a:t> de retail.</a:t>
            </a:r>
          </a:p>
          <a:p>
            <a:r>
              <a:rPr dirty="0" err="1" smtClean="0"/>
              <a:t>Evaluar</a:t>
            </a:r>
            <a:r>
              <a:rPr dirty="0" smtClean="0"/>
              <a:t> </a:t>
            </a:r>
            <a:r>
              <a:rPr dirty="0"/>
              <a:t>el </a:t>
            </a:r>
            <a:r>
              <a:rPr dirty="0" err="1"/>
              <a:t>desempeño</a:t>
            </a:r>
            <a:r>
              <a:rPr dirty="0"/>
              <a:t> de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de </a:t>
            </a:r>
            <a:r>
              <a:rPr dirty="0" err="1"/>
              <a:t>clasificación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Descripción del Conjunto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Total </a:t>
            </a:r>
            <a:r>
              <a:rPr dirty="0"/>
              <a:t>de </a:t>
            </a:r>
            <a:r>
              <a:rPr dirty="0" err="1"/>
              <a:t>registros</a:t>
            </a:r>
            <a:r>
              <a:rPr dirty="0"/>
              <a:t>: 1000.</a:t>
            </a:r>
          </a:p>
          <a:p>
            <a:r>
              <a:rPr dirty="0" smtClean="0"/>
              <a:t>Variables </a:t>
            </a:r>
            <a:r>
              <a:rPr dirty="0" err="1"/>
              <a:t>principales</a:t>
            </a:r>
            <a:r>
              <a:rPr dirty="0"/>
              <a:t>: </a:t>
            </a:r>
            <a:r>
              <a:rPr dirty="0" err="1"/>
              <a:t>Edad</a:t>
            </a:r>
            <a:r>
              <a:rPr dirty="0"/>
              <a:t>, </a:t>
            </a:r>
            <a:r>
              <a:rPr dirty="0" err="1"/>
              <a:t>Categoría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, </a:t>
            </a:r>
            <a:r>
              <a:rPr dirty="0" err="1"/>
              <a:t>Cantidad</a:t>
            </a:r>
            <a:r>
              <a:rPr dirty="0"/>
              <a:t>, </a:t>
            </a:r>
            <a:r>
              <a:rPr dirty="0" err="1"/>
              <a:t>Precio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Unidad</a:t>
            </a:r>
            <a:r>
              <a:rPr dirty="0"/>
              <a:t>.</a:t>
            </a:r>
          </a:p>
          <a:p>
            <a:r>
              <a:rPr dirty="0" err="1" smtClean="0"/>
              <a:t>Objetivo</a:t>
            </a:r>
            <a:r>
              <a:rPr dirty="0"/>
              <a:t>: </a:t>
            </a:r>
            <a:r>
              <a:rPr dirty="0" err="1"/>
              <a:t>Categorizar</a:t>
            </a:r>
            <a:r>
              <a:rPr dirty="0"/>
              <a:t> </a:t>
            </a:r>
            <a:r>
              <a:rPr dirty="0" err="1"/>
              <a:t>ventas</a:t>
            </a:r>
            <a:r>
              <a:rPr dirty="0"/>
              <a:t> en '</a:t>
            </a:r>
            <a:r>
              <a:rPr dirty="0" err="1"/>
              <a:t>Bajo</a:t>
            </a:r>
            <a:r>
              <a:rPr dirty="0"/>
              <a:t>', 'Medio', 'Alto'.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Visualizaciones y Análisis</a:t>
            </a:r>
          </a:p>
        </p:txBody>
      </p:sp>
      <p:pic>
        <p:nvPicPr>
          <p:cNvPr id="3" name="Picture 2" descr="Mapa de 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468448" cy="3233450"/>
          </a:xfrm>
          <a:prstGeom prst="rect">
            <a:avLst/>
          </a:prstGeom>
        </p:spPr>
      </p:pic>
      <p:pic>
        <p:nvPicPr>
          <p:cNvPr id="4" name="Picture 3" descr="Visualizacon de d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440" y="1371599"/>
            <a:ext cx="3892360" cy="32334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de Modelos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Modelos</a:t>
            </a:r>
            <a:r>
              <a:rPr dirty="0" smtClean="0"/>
              <a:t> </a:t>
            </a:r>
            <a:r>
              <a:rPr dirty="0" err="1"/>
              <a:t>Evaluados</a:t>
            </a:r>
            <a:r>
              <a:rPr dirty="0"/>
              <a:t>: Logistic Regression, Decision Tree, Random Forest, </a:t>
            </a:r>
            <a:r>
              <a:rPr dirty="0" err="1"/>
              <a:t>XGBoost</a:t>
            </a:r>
            <a:r>
              <a:rPr dirty="0"/>
              <a:t>.</a:t>
            </a:r>
          </a:p>
          <a:p>
            <a:r>
              <a:rPr dirty="0" err="1" smtClean="0"/>
              <a:t>Todas</a:t>
            </a:r>
            <a:r>
              <a:rPr dirty="0" smtClean="0"/>
              <a:t> </a:t>
            </a:r>
            <a:r>
              <a:rPr dirty="0" err="1"/>
              <a:t>las</a:t>
            </a:r>
            <a:r>
              <a:rPr dirty="0"/>
              <a:t> </a:t>
            </a:r>
            <a:r>
              <a:rPr dirty="0" err="1"/>
              <a:t>métricas</a:t>
            </a:r>
            <a:r>
              <a:rPr dirty="0"/>
              <a:t> (</a:t>
            </a:r>
            <a:r>
              <a:rPr dirty="0" err="1"/>
              <a:t>Exactitud</a:t>
            </a:r>
            <a:r>
              <a:rPr dirty="0"/>
              <a:t>, F1-Score, Precision, Recall, ROC-AUC) </a:t>
            </a:r>
            <a:r>
              <a:rPr dirty="0" err="1"/>
              <a:t>alcanzaron</a:t>
            </a:r>
            <a:r>
              <a:rPr dirty="0"/>
              <a:t> un 100%.</a:t>
            </a:r>
          </a:p>
          <a:p>
            <a:r>
              <a:rPr dirty="0" err="1" smtClean="0"/>
              <a:t>Selección</a:t>
            </a:r>
            <a:r>
              <a:rPr dirty="0" smtClean="0"/>
              <a:t> </a:t>
            </a:r>
            <a:r>
              <a:rPr dirty="0" err="1"/>
              <a:t>recomendada</a:t>
            </a:r>
            <a:r>
              <a:rPr dirty="0"/>
              <a:t>: Logistic Regression (</a:t>
            </a:r>
            <a:r>
              <a:rPr dirty="0" err="1"/>
              <a:t>interpretabilidad</a:t>
            </a:r>
            <a:r>
              <a:rPr dirty="0"/>
              <a:t>) o Random Forest (</a:t>
            </a:r>
            <a:r>
              <a:rPr dirty="0" err="1"/>
              <a:t>robustez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Curvas ROC y Matriz de Confusión</a:t>
            </a:r>
          </a:p>
        </p:txBody>
      </p:sp>
      <p:pic>
        <p:nvPicPr>
          <p:cNvPr id="3" name="Picture 2" descr="Modelo 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02" y="2214390"/>
            <a:ext cx="3531851" cy="3029640"/>
          </a:xfrm>
          <a:prstGeom prst="rect">
            <a:avLst/>
          </a:prstGeom>
        </p:spPr>
      </p:pic>
      <p:pic>
        <p:nvPicPr>
          <p:cNvPr id="4" name="Picture 3" descr="Matriz de 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152" y="2214390"/>
            <a:ext cx="3518206" cy="29607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Todos</a:t>
            </a:r>
            <a:r>
              <a:rPr dirty="0" smtClean="0"/>
              <a:t> </a:t>
            </a:r>
            <a:r>
              <a:rPr dirty="0"/>
              <a:t>los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mostraron</a:t>
            </a:r>
            <a:r>
              <a:rPr dirty="0"/>
              <a:t> </a:t>
            </a:r>
            <a:r>
              <a:rPr dirty="0" err="1"/>
              <a:t>excelente</a:t>
            </a:r>
            <a:r>
              <a:rPr dirty="0"/>
              <a:t> </a:t>
            </a:r>
            <a:r>
              <a:rPr dirty="0" err="1"/>
              <a:t>desempeño</a:t>
            </a:r>
            <a:r>
              <a:rPr dirty="0"/>
              <a:t> con los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actuales</a:t>
            </a:r>
            <a:r>
              <a:rPr dirty="0"/>
              <a:t>.</a:t>
            </a:r>
          </a:p>
          <a:p>
            <a:r>
              <a:rPr dirty="0" smtClean="0"/>
              <a:t>Random </a:t>
            </a:r>
            <a:r>
              <a:rPr dirty="0"/>
              <a:t>Forest y </a:t>
            </a:r>
            <a:r>
              <a:rPr dirty="0" err="1"/>
              <a:t>XGBoost</a:t>
            </a:r>
            <a:r>
              <a:rPr dirty="0"/>
              <a:t> son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robustos</a:t>
            </a:r>
            <a:r>
              <a:rPr dirty="0"/>
              <a:t> para </a:t>
            </a:r>
            <a:r>
              <a:rPr dirty="0" err="1"/>
              <a:t>escenarios</a:t>
            </a:r>
            <a:r>
              <a:rPr dirty="0"/>
              <a:t> </a:t>
            </a:r>
            <a:r>
              <a:rPr dirty="0" err="1"/>
              <a:t>complejos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Recomendaciones</a:t>
            </a:r>
            <a:r>
              <a:rPr dirty="0"/>
              <a:t>:</a:t>
            </a:r>
          </a:p>
          <a:p>
            <a:r>
              <a:rPr dirty="0"/>
              <a:t>  </a:t>
            </a:r>
            <a:r>
              <a:rPr dirty="0" err="1" smtClean="0"/>
              <a:t>Implementar</a:t>
            </a:r>
            <a:r>
              <a:rPr dirty="0" smtClean="0"/>
              <a:t> </a:t>
            </a:r>
            <a:r>
              <a:rPr dirty="0"/>
              <a:t>el </a:t>
            </a:r>
            <a:r>
              <a:rPr dirty="0" err="1"/>
              <a:t>modelo</a:t>
            </a:r>
            <a:r>
              <a:rPr dirty="0"/>
              <a:t> en </a:t>
            </a:r>
            <a:r>
              <a:rPr dirty="0" err="1"/>
              <a:t>producción</a:t>
            </a:r>
            <a:r>
              <a:rPr dirty="0"/>
              <a:t> para </a:t>
            </a:r>
            <a:r>
              <a:rPr dirty="0" err="1"/>
              <a:t>predecir</a:t>
            </a:r>
            <a:r>
              <a:rPr dirty="0"/>
              <a:t> </a:t>
            </a:r>
            <a:r>
              <a:rPr dirty="0" err="1"/>
              <a:t>categorías</a:t>
            </a:r>
            <a:r>
              <a:rPr dirty="0"/>
              <a:t> de </a:t>
            </a:r>
            <a:r>
              <a:rPr dirty="0" err="1"/>
              <a:t>ventas</a:t>
            </a:r>
            <a:r>
              <a:rPr dirty="0"/>
              <a:t>.</a:t>
            </a:r>
          </a:p>
          <a:p>
            <a:r>
              <a:rPr dirty="0"/>
              <a:t>  </a:t>
            </a:r>
            <a:r>
              <a:rPr dirty="0" err="1" smtClean="0"/>
              <a:t>Analizar</a:t>
            </a:r>
            <a:r>
              <a:rPr dirty="0" smtClean="0"/>
              <a:t>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adicionales</a:t>
            </a:r>
            <a:r>
              <a:rPr dirty="0"/>
              <a:t> (</a:t>
            </a:r>
            <a:r>
              <a:rPr dirty="0" err="1"/>
              <a:t>estacionalidad</a:t>
            </a:r>
            <a:r>
              <a:rPr dirty="0"/>
              <a:t>, </a:t>
            </a:r>
            <a:r>
              <a:rPr dirty="0" err="1"/>
              <a:t>promociones</a:t>
            </a:r>
            <a:r>
              <a:rPr dirty="0"/>
              <a:t>) para </a:t>
            </a:r>
            <a:r>
              <a:rPr dirty="0" err="1"/>
              <a:t>mejorar</a:t>
            </a:r>
            <a:r>
              <a:rPr dirty="0"/>
              <a:t> el </a:t>
            </a:r>
            <a:r>
              <a:rPr dirty="0" err="1"/>
              <a:t>rendimiento</a:t>
            </a:r>
            <a:r>
              <a:rPr dirty="0"/>
              <a:t>.</a:t>
            </a:r>
          </a:p>
          <a:p>
            <a:r>
              <a:rPr dirty="0"/>
              <a:t>  </a:t>
            </a:r>
            <a:r>
              <a:rPr dirty="0" err="1" smtClean="0"/>
              <a:t>Automatizar</a:t>
            </a:r>
            <a:r>
              <a:rPr dirty="0" smtClean="0"/>
              <a:t> </a:t>
            </a:r>
            <a:r>
              <a:rPr dirty="0"/>
              <a:t>el </a:t>
            </a:r>
            <a:r>
              <a:rPr dirty="0" err="1"/>
              <a:t>flujo</a:t>
            </a:r>
            <a:r>
              <a:rPr dirty="0"/>
              <a:t> con pipelines para </a:t>
            </a:r>
            <a:r>
              <a:rPr dirty="0" err="1"/>
              <a:t>escalabilidad</a:t>
            </a:r>
            <a:r>
              <a:rPr dirty="0"/>
              <a:t> y </a:t>
            </a:r>
            <a:r>
              <a:rPr dirty="0" err="1"/>
              <a:t>reproducibilidad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207</Words>
  <Application>Microsoft Office PowerPoint</Application>
  <PresentationFormat>Presentación en pantalla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Faceta</vt:lpstr>
      <vt:lpstr>Análisis y Predicción de Ventas en Retail</vt:lpstr>
      <vt:lpstr>Introducción y Objetivos</vt:lpstr>
      <vt:lpstr>Descripción del Conjunto de Datos</vt:lpstr>
      <vt:lpstr>Visualizaciones y Análisis</vt:lpstr>
      <vt:lpstr>Comparación de Modelos</vt:lpstr>
      <vt:lpstr>Curvas ROC y Matriz de Confusión</vt:lpstr>
      <vt:lpstr>Conclusiones y Recomendaciones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y Predicción de Ventas en Retail</dc:title>
  <dc:subject/>
  <dc:creator/>
  <cp:keywords/>
  <dc:description>generated using python-pptx</dc:description>
  <cp:lastModifiedBy>TI-ASJR01</cp:lastModifiedBy>
  <cp:revision>2</cp:revision>
  <dcterms:created xsi:type="dcterms:W3CDTF">2013-01-27T09:14:16Z</dcterms:created>
  <dcterms:modified xsi:type="dcterms:W3CDTF">2024-11-19T11:51:52Z</dcterms:modified>
  <cp:category/>
</cp:coreProperties>
</file>